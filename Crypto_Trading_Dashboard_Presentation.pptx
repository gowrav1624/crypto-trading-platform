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Crypto Trading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Beginner-level React project for tracking cryptocurrency market data</a:t>
            </a:r>
          </a:p>
          <a:p>
            <a:pPr>
              <a:spcAft>
                <a:spcPts val="1400"/>
              </a:spcAft>
              <a:defRPr sz="2000"/>
            </a:pPr>
            <a:r>
              <a:t>Built with React, JavaScript, CSS, and CoinGecko API</a:t>
            </a:r>
          </a:p>
          <a:p>
            <a:pPr>
              <a:spcAft>
                <a:spcPts val="1400"/>
              </a:spcAft>
              <a:defRPr sz="2000"/>
            </a:pPr>
            <a:r>
              <a:t>Includes a virtual wallet and simulated Buy/Sell functionality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Display cryptocurrency prices and 24-hour market changes</a:t>
            </a:r>
          </a:p>
          <a:p>
            <a:pPr>
              <a:spcAft>
                <a:spcPts val="1400"/>
              </a:spcAft>
              <a:defRPr sz="2000"/>
            </a:pPr>
            <a:r>
              <a:t>Allow users to search and select cryptocurrencies</a:t>
            </a:r>
          </a:p>
          <a:p>
            <a:pPr>
              <a:spcAft>
                <a:spcPts val="1400"/>
              </a:spcAft>
              <a:defRPr sz="2000"/>
            </a:pPr>
            <a:r>
              <a:t>Provide a simple dashboard to view wallet balance and holdings</a:t>
            </a:r>
          </a:p>
          <a:p>
            <a:pPr>
              <a:spcAft>
                <a:spcPts val="1400"/>
              </a:spcAft>
              <a:defRPr sz="2000"/>
            </a:pPr>
            <a:r>
              <a:t>Demonstrate API integration and basic React state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React — component-based user interface</a:t>
            </a:r>
          </a:p>
          <a:p>
            <a:pPr>
              <a:spcAft>
                <a:spcPts val="1400"/>
              </a:spcAft>
              <a:defRPr sz="2000"/>
            </a:pPr>
            <a:r>
              <a:t>JavaScript — application logic and calculations</a:t>
            </a:r>
          </a:p>
          <a:p>
            <a:pPr>
              <a:spcAft>
                <a:spcPts val="1400"/>
              </a:spcAft>
              <a:defRPr sz="2000"/>
            </a:pPr>
            <a:r>
              <a:t>CoinGecko API — cryptocurrency market data</a:t>
            </a:r>
          </a:p>
          <a:p>
            <a:pPr>
              <a:spcAft>
                <a:spcPts val="1400"/>
              </a:spcAft>
              <a:defRPr sz="2000"/>
            </a:pPr>
            <a:r>
              <a:t>CSS — layout, styling, buttons, cards, and responsive design</a:t>
            </a:r>
          </a:p>
          <a:p>
            <a:pPr>
              <a:spcAft>
                <a:spcPts val="1400"/>
              </a:spcAft>
              <a:defRPr sz="2000"/>
            </a:pPr>
            <a:r>
              <a:t>React Hooks — useState and useEffect for state and API handling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Main Features &amp;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Fetched cryptocurrency market data using the CoinGecko API</a:t>
            </a:r>
          </a:p>
          <a:p>
            <a:pPr>
              <a:spcAft>
                <a:spcPts val="1400"/>
              </a:spcAft>
              <a:defRPr sz="2000"/>
            </a:pPr>
            <a:r>
              <a:t>Used useState to manage selected coin, wallet, portfolio, search, and trade data</a:t>
            </a:r>
          </a:p>
          <a:p>
            <a:pPr>
              <a:spcAft>
                <a:spcPts val="1400"/>
              </a:spcAft>
              <a:defRPr sz="2000"/>
            </a:pPr>
            <a:r>
              <a:t>Used useEffect to fetch and refresh market information</a:t>
            </a:r>
          </a:p>
          <a:p>
            <a:pPr>
              <a:spcAft>
                <a:spcPts val="1400"/>
              </a:spcAft>
              <a:defRPr sz="2000"/>
            </a:pPr>
            <a:r>
              <a:t>Used map(), filter(), and find() to display and search coins dynamically</a:t>
            </a:r>
          </a:p>
          <a:p>
            <a:pPr>
              <a:spcAft>
                <a:spcPts val="1400"/>
              </a:spcAft>
              <a:defRPr sz="2000"/>
            </a:pPr>
            <a:r>
              <a:t>Implemented simulated Buy/Sell operations using a $10,000 virtual wallet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Result &amp; Future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Created a simple and responsive cryptocurrency dashboard</a:t>
            </a:r>
          </a:p>
          <a:p>
            <a:pPr>
              <a:spcAft>
                <a:spcPts val="1400"/>
              </a:spcAft>
              <a:defRPr sz="2000"/>
            </a:pPr>
            <a:r>
              <a:t>Users can view prices, search coins, select a coin, and simulate trades</a:t>
            </a:r>
          </a:p>
          <a:p>
            <a:pPr>
              <a:spcAft>
                <a:spcPts val="1400"/>
              </a:spcAft>
              <a:defRPr sz="2000"/>
            </a:pPr>
            <a:r>
              <a:t>No real money or exchange transactions are involved</a:t>
            </a:r>
          </a:p>
          <a:p>
            <a:pPr>
              <a:spcAft>
                <a:spcPts val="1400"/>
              </a:spcAft>
              <a:defRPr sz="2000"/>
            </a:pPr>
            <a:r>
              <a:t>Future scope: real-time WebSockets, D3.js charts, login/authentication, database, and real exchange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